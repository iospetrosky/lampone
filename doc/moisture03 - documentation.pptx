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469E9-C9EA-4F79-BB3A-1A9827468C2D}" v="8" dt="2023-05-20T21:11:25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tti, Lorenzo" userId="c7b55b51-f4cc-46c4-bc68-577ce3d87d2b" providerId="ADAL" clId="{470469E9-C9EA-4F79-BB3A-1A9827468C2D}"/>
    <pc:docChg chg="custSel addSld modSld">
      <pc:chgData name="Pedrotti, Lorenzo" userId="c7b55b51-f4cc-46c4-bc68-577ce3d87d2b" providerId="ADAL" clId="{470469E9-C9EA-4F79-BB3A-1A9827468C2D}" dt="2023-05-20T21:26:19.465" v="1527" actId="20577"/>
      <pc:docMkLst>
        <pc:docMk/>
      </pc:docMkLst>
      <pc:sldChg chg="addSp delSp modSp mod">
        <pc:chgData name="Pedrotti, Lorenzo" userId="c7b55b51-f4cc-46c4-bc68-577ce3d87d2b" providerId="ADAL" clId="{470469E9-C9EA-4F79-BB3A-1A9827468C2D}" dt="2023-05-20T21:02:58.725" v="514" actId="11529"/>
        <pc:sldMkLst>
          <pc:docMk/>
          <pc:sldMk cId="3460012435" sldId="256"/>
        </pc:sldMkLst>
        <pc:spChg chg="del">
          <ac:chgData name="Pedrotti, Lorenzo" userId="c7b55b51-f4cc-46c4-bc68-577ce3d87d2b" providerId="ADAL" clId="{470469E9-C9EA-4F79-BB3A-1A9827468C2D}" dt="2023-05-20T20:48:49.972" v="0" actId="478"/>
          <ac:spMkLst>
            <pc:docMk/>
            <pc:sldMk cId="3460012435" sldId="256"/>
            <ac:spMk id="2" creationId="{82895DAB-7908-572B-B0B5-D991BE8CC779}"/>
          </ac:spMkLst>
        </pc:spChg>
        <pc:spChg chg="del">
          <ac:chgData name="Pedrotti, Lorenzo" userId="c7b55b51-f4cc-46c4-bc68-577ce3d87d2b" providerId="ADAL" clId="{470469E9-C9EA-4F79-BB3A-1A9827468C2D}" dt="2023-05-20T20:48:49.972" v="0" actId="478"/>
          <ac:spMkLst>
            <pc:docMk/>
            <pc:sldMk cId="3460012435" sldId="256"/>
            <ac:spMk id="3" creationId="{35D25CC0-838E-D854-9DFC-739AC8E0C5E3}"/>
          </ac:spMkLst>
        </pc:spChg>
        <pc:spChg chg="add mod">
          <ac:chgData name="Pedrotti, Lorenzo" userId="c7b55b51-f4cc-46c4-bc68-577ce3d87d2b" providerId="ADAL" clId="{470469E9-C9EA-4F79-BB3A-1A9827468C2D}" dt="2023-05-20T20:59:18.104" v="509" actId="20577"/>
          <ac:spMkLst>
            <pc:docMk/>
            <pc:sldMk cId="3460012435" sldId="256"/>
            <ac:spMk id="4" creationId="{3513ADAF-9914-0F26-AADC-40A2AAEBF410}"/>
          </ac:spMkLst>
        </pc:spChg>
        <pc:picChg chg="add mod">
          <ac:chgData name="Pedrotti, Lorenzo" userId="c7b55b51-f4cc-46c4-bc68-577ce3d87d2b" providerId="ADAL" clId="{470469E9-C9EA-4F79-BB3A-1A9827468C2D}" dt="2023-05-20T20:52:34.751" v="165" actId="1076"/>
          <ac:picMkLst>
            <pc:docMk/>
            <pc:sldMk cId="3460012435" sldId="256"/>
            <ac:picMk id="6" creationId="{1FD545BA-E583-E202-DF47-070EE77F471F}"/>
          </ac:picMkLst>
        </pc:picChg>
        <pc:picChg chg="add mod">
          <ac:chgData name="Pedrotti, Lorenzo" userId="c7b55b51-f4cc-46c4-bc68-577ce3d87d2b" providerId="ADAL" clId="{470469E9-C9EA-4F79-BB3A-1A9827468C2D}" dt="2023-05-20T20:53:56.540" v="170" actId="14100"/>
          <ac:picMkLst>
            <pc:docMk/>
            <pc:sldMk cId="3460012435" sldId="256"/>
            <ac:picMk id="8" creationId="{2620FCA0-3E0C-5891-E506-76B65A23CD7B}"/>
          </ac:picMkLst>
        </pc:picChg>
        <pc:picChg chg="add mod">
          <ac:chgData name="Pedrotti, Lorenzo" userId="c7b55b51-f4cc-46c4-bc68-577ce3d87d2b" providerId="ADAL" clId="{470469E9-C9EA-4F79-BB3A-1A9827468C2D}" dt="2023-05-20T20:56:25.118" v="183" actId="1076"/>
          <ac:picMkLst>
            <pc:docMk/>
            <pc:sldMk cId="3460012435" sldId="256"/>
            <ac:picMk id="16" creationId="{1DAF0BD4-81B4-5F2B-DA35-855A6F886941}"/>
          </ac:picMkLst>
        </pc:picChg>
        <pc:picChg chg="add mod">
          <ac:chgData name="Pedrotti, Lorenzo" userId="c7b55b51-f4cc-46c4-bc68-577ce3d87d2b" providerId="ADAL" clId="{470469E9-C9EA-4F79-BB3A-1A9827468C2D}" dt="2023-05-20T21:02:50.144" v="513" actId="1076"/>
          <ac:picMkLst>
            <pc:docMk/>
            <pc:sldMk cId="3460012435" sldId="256"/>
            <ac:picMk id="21" creationId="{1863BFDF-AB9F-157C-D8B1-7D74630AE23E}"/>
          </ac:picMkLst>
        </pc:picChg>
        <pc:cxnChg chg="add mod">
          <ac:chgData name="Pedrotti, Lorenzo" userId="c7b55b51-f4cc-46c4-bc68-577ce3d87d2b" providerId="ADAL" clId="{470469E9-C9EA-4F79-BB3A-1A9827468C2D}" dt="2023-05-20T20:59:33.823" v="510" actId="14100"/>
          <ac:cxnSpMkLst>
            <pc:docMk/>
            <pc:sldMk cId="3460012435" sldId="256"/>
            <ac:cxnSpMk id="10" creationId="{88874E47-963A-9B52-E585-249B11E0AA6D}"/>
          </ac:cxnSpMkLst>
        </pc:cxnChg>
        <pc:cxnChg chg="add">
          <ac:chgData name="Pedrotti, Lorenzo" userId="c7b55b51-f4cc-46c4-bc68-577ce3d87d2b" providerId="ADAL" clId="{470469E9-C9EA-4F79-BB3A-1A9827468C2D}" dt="2023-05-20T20:54:13.472" v="172" actId="11529"/>
          <ac:cxnSpMkLst>
            <pc:docMk/>
            <pc:sldMk cId="3460012435" sldId="256"/>
            <ac:cxnSpMk id="12" creationId="{733B7FA0-895E-0FEE-A811-07E8869D83AB}"/>
          </ac:cxnSpMkLst>
        </pc:cxnChg>
        <pc:cxnChg chg="add">
          <ac:chgData name="Pedrotti, Lorenzo" userId="c7b55b51-f4cc-46c4-bc68-577ce3d87d2b" providerId="ADAL" clId="{470469E9-C9EA-4F79-BB3A-1A9827468C2D}" dt="2023-05-20T20:56:34.810" v="184" actId="11529"/>
          <ac:cxnSpMkLst>
            <pc:docMk/>
            <pc:sldMk cId="3460012435" sldId="256"/>
            <ac:cxnSpMk id="18" creationId="{7A72B6A8-A10D-F56B-0B50-FEDACEE7593C}"/>
          </ac:cxnSpMkLst>
        </pc:cxnChg>
        <pc:cxnChg chg="add">
          <ac:chgData name="Pedrotti, Lorenzo" userId="c7b55b51-f4cc-46c4-bc68-577ce3d87d2b" providerId="ADAL" clId="{470469E9-C9EA-4F79-BB3A-1A9827468C2D}" dt="2023-05-20T21:02:58.725" v="514" actId="11529"/>
          <ac:cxnSpMkLst>
            <pc:docMk/>
            <pc:sldMk cId="3460012435" sldId="256"/>
            <ac:cxnSpMk id="23" creationId="{267179C8-D33F-A294-92A3-3D901BB22E49}"/>
          </ac:cxnSpMkLst>
        </pc:cxnChg>
      </pc:sldChg>
      <pc:sldChg chg="addSp modSp new mod">
        <pc:chgData name="Pedrotti, Lorenzo" userId="c7b55b51-f4cc-46c4-bc68-577ce3d87d2b" providerId="ADAL" clId="{470469E9-C9EA-4F79-BB3A-1A9827468C2D}" dt="2023-05-20T21:08:44.804" v="841" actId="1076"/>
        <pc:sldMkLst>
          <pc:docMk/>
          <pc:sldMk cId="3110918234" sldId="257"/>
        </pc:sldMkLst>
        <pc:spChg chg="add mod">
          <ac:chgData name="Pedrotti, Lorenzo" userId="c7b55b51-f4cc-46c4-bc68-577ce3d87d2b" providerId="ADAL" clId="{470469E9-C9EA-4F79-BB3A-1A9827468C2D}" dt="2023-05-20T21:08:38.228" v="840" actId="20577"/>
          <ac:spMkLst>
            <pc:docMk/>
            <pc:sldMk cId="3110918234" sldId="257"/>
            <ac:spMk id="2" creationId="{9143C549-3F8B-A200-FEE2-C44967AB5186}"/>
          </ac:spMkLst>
        </pc:spChg>
        <pc:graphicFrameChg chg="add mod">
          <ac:chgData name="Pedrotti, Lorenzo" userId="c7b55b51-f4cc-46c4-bc68-577ce3d87d2b" providerId="ADAL" clId="{470469E9-C9EA-4F79-BB3A-1A9827468C2D}" dt="2023-05-20T21:08:44.804" v="841" actId="1076"/>
          <ac:graphicFrameMkLst>
            <pc:docMk/>
            <pc:sldMk cId="3110918234" sldId="257"/>
            <ac:graphicFrameMk id="3" creationId="{B1B149AC-7916-455C-A84A-95F7101C0B34}"/>
          </ac:graphicFrameMkLst>
        </pc:graphicFrameChg>
      </pc:sldChg>
      <pc:sldChg chg="addSp modSp new mod">
        <pc:chgData name="Pedrotti, Lorenzo" userId="c7b55b51-f4cc-46c4-bc68-577ce3d87d2b" providerId="ADAL" clId="{470469E9-C9EA-4F79-BB3A-1A9827468C2D}" dt="2023-05-20T21:26:19.465" v="1527" actId="20577"/>
        <pc:sldMkLst>
          <pc:docMk/>
          <pc:sldMk cId="2901999128" sldId="258"/>
        </pc:sldMkLst>
        <pc:spChg chg="add mod">
          <ac:chgData name="Pedrotti, Lorenzo" userId="c7b55b51-f4cc-46c4-bc68-577ce3d87d2b" providerId="ADAL" clId="{470469E9-C9EA-4F79-BB3A-1A9827468C2D}" dt="2023-05-20T21:26:19.465" v="1527" actId="20577"/>
          <ac:spMkLst>
            <pc:docMk/>
            <pc:sldMk cId="2901999128" sldId="258"/>
            <ac:spMk id="2" creationId="{0A56EAC4-0786-987A-A489-3F8053E9E7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CFD5-6BD3-F484-655F-4A71923DC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5B576-215C-7764-C0A7-ECE39183E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7C1F-A607-18DC-C621-A88C57BF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EC47B-FF8B-340C-F0F2-66679E6F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BE565-3FEF-A35F-BA53-D945030D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559A-A1B9-733E-1BB8-17E7DE6F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B11C-001D-119C-D925-1A022820A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1FB76-D18A-1ADC-547E-9413142B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2196D-06EB-E8F8-32F9-56F1BC77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07DF1-37F8-D7AE-DA9F-F0F42DB2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52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108B-EC8D-DCC3-59E1-4FFE65CA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EB7D8-D865-64FA-C50E-78776637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0B290-7F9F-1E8C-51B1-0A0CC589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A8538-E547-2254-415C-880E177E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9BF7B-8252-4BA6-92E2-22A8E13C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49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B7C2-86BE-C308-E919-6171B12A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45C1A-8550-DBF9-2479-BD54149B2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95EE5-B5E9-DC79-C021-FB9B94CC6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2171-6704-1D40-0817-9519CD7E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8E5D0-40A5-5207-FFCF-2833C98E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6FAC7-ED03-E721-9922-74DCD1F9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01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D09C-6BB0-4A9E-C81A-5492BC78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CA251-BF7F-2FB7-207F-FF2C1784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7043B-4357-1970-7801-73DD91C76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6E8552-8B78-BD43-E5F8-3CDFE7760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252F9-D297-274A-DDEB-A32F2F55C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7278E-B6BE-DAFF-8BD9-67248C9E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E1415-B47A-0C87-4595-B5E7F69D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3CC42-EB8A-0F57-DA46-6FDAE7C8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6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41B6-D8F1-AE5A-A2A0-9B0AF5CA1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E1703E-DDEC-CBD8-1F1C-3BA2DAD8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7FA31-CD14-F090-624B-9E59C72B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4C727-7EFA-A652-8F0A-CAD512D3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7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F8E69-A7B0-FB84-1A98-A6C9245C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FFFC2-7BD7-A0BC-E589-BA647E67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717F8-23BD-D839-8816-F31F6912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7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017D-6554-3E52-DCBD-79E522DB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A85C-2A78-C919-F829-A07CD94C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EE99E-BE31-07B8-7541-1FB9E8B85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416BC-2F32-7317-30CE-B83BBD31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8140F-59D7-1D4F-C7C1-95F5F774B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4BC19-04D7-ABFC-BCC6-6C138081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22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0151-5D89-B519-1DE8-1E751E42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ACB4C-FA28-AF0A-DA23-0D413F399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639EC-59F4-13E1-4432-776D9CCD3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457B8-2C1C-279E-41FD-125130E1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F4806-1D4E-EB06-B05C-13ED698C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6FC12-0A6F-FD8A-EA9B-1EF18C38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69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EFD8-E1E0-B634-0EEB-75F14ED5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D5FAB-5600-DB62-B4B7-37DCC59E4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67E4C-06D6-2A1B-51B7-333C26A2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3064D-B357-6902-B07A-097625D0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5276-E023-37B3-6644-5F3582C1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90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D7DFA-3CAB-850F-A55D-AC37E4451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5B121-F24B-F2BE-C870-15325BB43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7AB2-E623-1BE9-C761-5B3B4FA4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51D3F-7EC5-B677-E4AE-C6E47968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488A4-CE44-D3C9-5EB9-88683F9D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03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E1CB5-05AF-2072-10E1-BB2476A89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0E28E-763F-19D8-906C-71120F040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90683-230D-C710-077C-133714924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DDE02-569B-4FA6-9B72-121E0BFC74AE}" type="datetimeFigureOut">
              <a:rPr lang="en-GB" smtClean="0"/>
              <a:t>20/05/2023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9529-2E7B-008A-19F7-4A4149ED3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6204-B8D3-450A-24FC-A7E3D49ED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7F367-BD98-4CFA-AF28-6F79161E5B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296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hepihut.com/products/soil-moisture-sensor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hyperlink" Target="https://iot4beginners.com/measure-the-intensity-of-light-using-a-photocell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13ADAF-9914-0F26-AADC-40A2AAEBF410}"/>
              </a:ext>
            </a:extLst>
          </p:cNvPr>
          <p:cNvSpPr txBox="1"/>
          <p:nvPr/>
        </p:nvSpPr>
        <p:spPr>
          <a:xfrm>
            <a:off x="865239" y="717755"/>
            <a:ext cx="77287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Items involved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Raspberry 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Relay module (4 ports but only 2 used)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Soil moisture sensors (2) </a:t>
            </a:r>
            <a:r>
              <a:rPr lang="en-US" dirty="0">
                <a:hlinkClick r:id="rId2"/>
              </a:rPr>
              <a:t>https://thepihut.com/products/soil-moisture-sensor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Led stripe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 sensor and capacitor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545BA-E583-E202-DF47-070EE77F4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26" y="2934393"/>
            <a:ext cx="3392950" cy="2128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0FCA0-3E0C-5891-E506-76B65A23C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592" y="3250391"/>
            <a:ext cx="2672581" cy="181206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874E47-963A-9B52-E585-249B11E0AA6D}"/>
              </a:ext>
            </a:extLst>
          </p:cNvPr>
          <p:cNvCxnSpPr>
            <a:cxnSpLocks/>
          </p:cNvCxnSpPr>
          <p:nvPr/>
        </p:nvCxnSpPr>
        <p:spPr>
          <a:xfrm>
            <a:off x="1903615" y="2152996"/>
            <a:ext cx="349134" cy="127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3B7FA0-895E-0FEE-A811-07E8869D83AB}"/>
              </a:ext>
            </a:extLst>
          </p:cNvPr>
          <p:cNvCxnSpPr/>
          <p:nvPr/>
        </p:nvCxnSpPr>
        <p:spPr>
          <a:xfrm>
            <a:off x="5138623" y="1920240"/>
            <a:ext cx="2949661" cy="150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F0BD4-81B4-5F2B-DA35-855A6F8869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1323" y="122484"/>
            <a:ext cx="2520550" cy="255213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72B6A8-A10D-F56B-0B50-FEDACEE7593C}"/>
              </a:ext>
            </a:extLst>
          </p:cNvPr>
          <p:cNvCxnSpPr/>
          <p:nvPr/>
        </p:nvCxnSpPr>
        <p:spPr>
          <a:xfrm flipV="1">
            <a:off x="5062451" y="1288670"/>
            <a:ext cx="4410533" cy="167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1863BFDF-AB9F-157C-D8B1-7D74630AE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20" y="3892821"/>
            <a:ext cx="2188297" cy="1900815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7179C8-D33F-A294-92A3-3D901BB22E49}"/>
              </a:ext>
            </a:extLst>
          </p:cNvPr>
          <p:cNvCxnSpPr/>
          <p:nvPr/>
        </p:nvCxnSpPr>
        <p:spPr>
          <a:xfrm>
            <a:off x="3390250" y="2472081"/>
            <a:ext cx="2154339" cy="183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01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3C549-3F8B-A200-FEE2-C44967AB5186}"/>
              </a:ext>
            </a:extLst>
          </p:cNvPr>
          <p:cNvSpPr txBox="1"/>
          <p:nvPr/>
        </p:nvSpPr>
        <p:spPr>
          <a:xfrm>
            <a:off x="1180407" y="806334"/>
            <a:ext cx="98173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program activates the moisture sensors by switching on the corresponding line in the relay. This avoids corrosion/electrolysis. The digital value of the sensor is read and if the soil is too dry an email is sent with the values of each sensor.</a:t>
            </a:r>
          </a:p>
          <a:p>
            <a:r>
              <a:rPr lang="en-US" dirty="0"/>
              <a:t>The amount of light is tested with the light sensor. This is done the hard way, using a capacitor (instead of a pre-built module). If the light is below a certain limit, the led strip is switched on activating the second line in the relay.</a:t>
            </a:r>
          </a:p>
          <a:p>
            <a:r>
              <a:rPr lang="en-US" dirty="0"/>
              <a:t>The article (origin: </a:t>
            </a:r>
            <a:r>
              <a:rPr lang="en-US" dirty="0">
                <a:hlinkClick r:id="rId2"/>
              </a:rPr>
              <a:t>https://iot4beginners.com/measure-the-intensity-of-light-using-a-photocell/</a:t>
            </a:r>
            <a:r>
              <a:rPr lang="en-US" dirty="0"/>
              <a:t>) shows the original process.</a:t>
            </a:r>
            <a:endParaRPr lang="en-GB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1B149AC-7916-455C-A84A-95F7101C0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263848"/>
              </p:ext>
            </p:extLst>
          </p:nvPr>
        </p:nvGraphicFramePr>
        <p:xfrm>
          <a:off x="1180407" y="3509076"/>
          <a:ext cx="1097165" cy="1420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5829257" imgH="7543568" progId="AcroExch.Document.DC">
                  <p:embed/>
                </p:oleObj>
              </mc:Choice>
              <mc:Fallback>
                <p:oleObj name="Acrobat Document" r:id="rId3" imgW="5829257" imgH="7543568" progId="AcroExch.Document.D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B1B149AC-7916-455C-A84A-95F7101C0B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0407" y="3509076"/>
                        <a:ext cx="1097165" cy="1420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91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6EAC4-0786-987A-A489-3F8053E9E795}"/>
              </a:ext>
            </a:extLst>
          </p:cNvPr>
          <p:cNvSpPr txBox="1"/>
          <p:nvPr/>
        </p:nvSpPr>
        <p:spPr>
          <a:xfrm>
            <a:off x="756458" y="706582"/>
            <a:ext cx="104407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 mapping</a:t>
            </a:r>
          </a:p>
          <a:p>
            <a:endParaRPr lang="en-US" dirty="0"/>
          </a:p>
          <a:p>
            <a:r>
              <a:rPr lang="en-US" dirty="0"/>
              <a:t>1 (3V) – provide power to the photocell</a:t>
            </a:r>
          </a:p>
          <a:p>
            <a:r>
              <a:rPr lang="en-US" dirty="0"/>
              <a:t>29 (GPIO) – is set to high when the capacitor is fully charged</a:t>
            </a:r>
          </a:p>
          <a:p>
            <a:endParaRPr lang="en-US" dirty="0"/>
          </a:p>
          <a:p>
            <a:r>
              <a:rPr lang="en-US" dirty="0"/>
              <a:t>2 (5V) – provides power to the relay set</a:t>
            </a:r>
          </a:p>
          <a:p>
            <a:r>
              <a:rPr lang="en-US" dirty="0"/>
              <a:t>5 (5V) – provides power to the moisture sensors (via relay switch)</a:t>
            </a:r>
          </a:p>
          <a:p>
            <a:r>
              <a:rPr lang="en-US" dirty="0"/>
              <a:t>6 (GND) – collects the grounds of all the devices (except the relay box)</a:t>
            </a:r>
          </a:p>
          <a:p>
            <a:r>
              <a:rPr lang="en-US" dirty="0"/>
              <a:t>9 (GND) – ground of the relay box</a:t>
            </a:r>
          </a:p>
          <a:p>
            <a:r>
              <a:rPr lang="en-US" dirty="0"/>
              <a:t>7 – relay pin to switch on the moisture sensors</a:t>
            </a:r>
          </a:p>
          <a:p>
            <a:r>
              <a:rPr lang="en-US" dirty="0"/>
              <a:t>11 – relay pin to switch on the led strip</a:t>
            </a:r>
          </a:p>
          <a:p>
            <a:r>
              <a:rPr lang="en-US" dirty="0"/>
              <a:t>8 / 16 – pin to collect the reading from the moisture sensor (they read the </a:t>
            </a:r>
            <a:r>
              <a:rPr lang="en-US"/>
              <a:t>digital value)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second relay switch is powered externally (12V) to provide power to the led strips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199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291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Adobe Acrobat Document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Pedrotti, Lorenzo</dc:creator>
  <cp:lastModifiedBy>Pedrotti, Lorenzo</cp:lastModifiedBy>
  <cp:revision>1</cp:revision>
  <dcterms:created xsi:type="dcterms:W3CDTF">2023-05-20T20:48:24Z</dcterms:created>
  <dcterms:modified xsi:type="dcterms:W3CDTF">2023-05-20T21:26:20Z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5be1ad-2f0c-47c3-b67d-9a533919588c_Enabled">
    <vt:lpwstr>true</vt:lpwstr>
  </property>
  <property fmtid="{D5CDD505-2E9C-101B-9397-08002B2CF9AE}" pid="3" name="MSIP_Label_cd5be1ad-2f0c-47c3-b67d-9a533919588c_SetDate">
    <vt:lpwstr>2023-05-20T20:48:42Z</vt:lpwstr>
  </property>
  <property fmtid="{D5CDD505-2E9C-101B-9397-08002B2CF9AE}" pid="4" name="MSIP_Label_cd5be1ad-2f0c-47c3-b67d-9a533919588c_Method">
    <vt:lpwstr>Privileged</vt:lpwstr>
  </property>
  <property fmtid="{D5CDD505-2E9C-101B-9397-08002B2CF9AE}" pid="5" name="MSIP_Label_cd5be1ad-2f0c-47c3-b67d-9a533919588c_Name">
    <vt:lpwstr>Incidental Personal Use</vt:lpwstr>
  </property>
  <property fmtid="{D5CDD505-2E9C-101B-9397-08002B2CF9AE}" pid="6" name="MSIP_Label_cd5be1ad-2f0c-47c3-b67d-9a533919588c_SiteId">
    <vt:lpwstr>3596192b-fdf5-4e2c-a6fa-acb706c963d8</vt:lpwstr>
  </property>
  <property fmtid="{D5CDD505-2E9C-101B-9397-08002B2CF9AE}" pid="7" name="MSIP_Label_cd5be1ad-2f0c-47c3-b67d-9a533919588c_ActionId">
    <vt:lpwstr>6012e21a-ff59-465d-ae5b-0bb4bc34c72b</vt:lpwstr>
  </property>
  <property fmtid="{D5CDD505-2E9C-101B-9397-08002B2CF9AE}" pid="8" name="MSIP_Label_cd5be1ad-2f0c-47c3-b67d-9a533919588c_ContentBits">
    <vt:lpwstr>0</vt:lpwstr>
  </property>
</Properties>
</file>